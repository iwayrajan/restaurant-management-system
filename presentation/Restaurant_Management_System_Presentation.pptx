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965960"/>
            <a:ext cx="91440" cy="23774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1920240"/>
            <a:ext cx="1082009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Management System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77240" y="3108960"/>
            <a:ext cx="108200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8D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MERN Stack Orders, Tables &amp; Menu with Server-Side Pricing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" y="3931920"/>
            <a:ext cx="1082009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[Student Name]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and Engineering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[College Name]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Objectives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987552"/>
            <a:ext cx="1828800" cy="502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234440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554480"/>
            <a:ext cx="1118585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and spreadsheet restaurant ops lose table state and allow unsafe client-side bill totals.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2971800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3337560"/>
            <a:ext cx="11002975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for Admin, Staff, Customer.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&amp; table management.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with server-side pricing and status flow.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occupancy kept in sync.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408615" y="64465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987552"/>
            <a:ext cx="1828800" cy="502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280160"/>
            <a:ext cx="11002975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MERN full-stack application.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CRUD for menu and tables.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Order module for pricing + lifecycle.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Seeded demo accounts for viva demos.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08615" y="64465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987552"/>
            <a:ext cx="1828800" cy="502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234440"/>
            <a:ext cx="5432908" cy="2148840"/>
          </a:xfrm>
          <a:prstGeom prst="roundRect">
            <a:avLst>
              <a:gd name="adj" fmla="val 4255"/>
            </a:avLst>
          </a:prstGeom>
          <a:solidFill>
            <a:srgbClr val="F7FAFB"/>
          </a:solidFill>
          <a:ln w="12700">
            <a:solidFill>
              <a:srgbClr val="D7E3E6"/>
            </a:solidFill>
            <a:prstDash val="solid"/>
          </a:ln>
        </p:spPr>
      </p:sp>
      <p:pic>
        <p:nvPicPr>
          <p:cNvPr id="5" name="Image 0" descr="/home/rajank/projects/personal/collage projects/_academic-pack/assets/icons/wind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5448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600200"/>
            <a:ext cx="41527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client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31520" y="2331720"/>
            <a:ext cx="497570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and customer views with role-aware navigation.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255868" y="1234440"/>
            <a:ext cx="5432908" cy="2148840"/>
          </a:xfrm>
          <a:prstGeom prst="roundRect">
            <a:avLst>
              <a:gd name="adj" fmla="val 4255"/>
            </a:avLst>
          </a:prstGeom>
          <a:solidFill>
            <a:srgbClr val="F7FAFB"/>
          </a:solidFill>
          <a:ln w="12700">
            <a:solidFill>
              <a:srgbClr val="D7E3E6"/>
            </a:solidFill>
            <a:prstDash val="solid"/>
          </a:ln>
        </p:spPr>
      </p:sp>
      <p:pic>
        <p:nvPicPr>
          <p:cNvPr id="9" name="Image 1" descr="/home/rajank/projects/personal/collage projects/_academic-pack/assets/icons/ser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4468" y="1554480"/>
            <a:ext cx="640080" cy="6400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307428" y="1600200"/>
            <a:ext cx="41527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core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484468" y="2331720"/>
            <a:ext cx="497570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auth, RBAC, generic CRUD, and audit trail.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02920" y="3657600"/>
            <a:ext cx="5432908" cy="2148840"/>
          </a:xfrm>
          <a:prstGeom prst="roundRect">
            <a:avLst>
              <a:gd name="adj" fmla="val 4255"/>
            </a:avLst>
          </a:prstGeom>
          <a:solidFill>
            <a:srgbClr val="F7FAFB"/>
          </a:solidFill>
          <a:ln w="12700">
            <a:solidFill>
              <a:srgbClr val="D7E3E6"/>
            </a:solidFill>
            <a:prstDash val="solid"/>
          </a:ln>
        </p:spPr>
      </p:sp>
      <p:pic>
        <p:nvPicPr>
          <p:cNvPr id="13" name="Image 2" descr="/home/rajank/projects/personal/collage projects/_academic-pack/assets/icons/menu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977640"/>
            <a:ext cx="640080" cy="6400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54480" y="4023360"/>
            <a:ext cx="41527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domain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731520" y="4754880"/>
            <a:ext cx="497570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Menu, tables, orders, and payments as a focused module.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255868" y="3657600"/>
            <a:ext cx="5432908" cy="2148840"/>
          </a:xfrm>
          <a:prstGeom prst="roundRect">
            <a:avLst>
              <a:gd name="adj" fmla="val 4255"/>
            </a:avLst>
          </a:prstGeom>
          <a:solidFill>
            <a:srgbClr val="F7FAFB"/>
          </a:solidFill>
          <a:ln w="12700">
            <a:solidFill>
              <a:srgbClr val="D7E3E6"/>
            </a:solidFill>
            <a:prstDash val="solid"/>
          </a:ln>
        </p:spPr>
      </p:sp>
      <p:pic>
        <p:nvPicPr>
          <p:cNvPr id="17" name="Image 3" descr="/home/rajank/projects/personal/collage projects/_academic-pack/assets/icons/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4468" y="3977640"/>
            <a:ext cx="640080" cy="6400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307428" y="4023360"/>
            <a:ext cx="41527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totals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6484468" y="4754880"/>
            <a:ext cx="497570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prices resolved server-side from live menu items.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10408615" y="64465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&amp; Tables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987552"/>
            <a:ext cx="1828800" cy="502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pic>
        <p:nvPicPr>
          <p:cNvPr id="4" name="Image 0" descr="/home/rajank/projects/personal/collage projects/_academic-pack/assets/icons/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1535" y="320040"/>
            <a:ext cx="685800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60" y="1280160"/>
            <a:ext cx="11002975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maintain dishes and availability flags.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track capacity and occupied/available state.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Schema-driven forms reduce boilerplate UI.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408615" y="64465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&amp; Payments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987552"/>
            <a:ext cx="1828800" cy="502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pic>
        <p:nvPicPr>
          <p:cNvPr id="4" name="Image 0" descr="/home/rajank/projects/personal/collage projects/_academic-pack/assets/icons/or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1535" y="320040"/>
            <a:ext cx="685800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60" y="1280160"/>
            <a:ext cx="11002975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items priced from live menu records.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machine: placed → preparing → served → completed.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frees dine-in tables.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408615" y="64465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Workflow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987552"/>
            <a:ext cx="1828800" cy="502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280160"/>
            <a:ext cx="11002975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DB → start server &amp; client.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updates menu / opens table.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order → verify total.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 statuses → complete → table free.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tracks order status.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08615" y="64465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Results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987552"/>
            <a:ext cx="1828800" cy="502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280160"/>
            <a:ext cx="11002975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checks pass.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Forged totals rejected.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sync verified.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08615" y="64465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987552"/>
            <a:ext cx="1828800" cy="5029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234440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554480"/>
            <a:ext cx="1118585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clear, demoable restaurant platform emphasising secure totals and modular design.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3063240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3429000"/>
            <a:ext cx="11002975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KDS screen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invoices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408615" y="64465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965960"/>
            <a:ext cx="91440" cy="23774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286000"/>
            <a:ext cx="108200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77240" y="3200400"/>
            <a:ext cx="108200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8D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" y="4572000"/>
            <a:ext cx="108200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[Student Name]  ·  [College Name]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Restaurant Management System</dc:title>
  <dc:subject>PptxGenJS Presentation</dc:subject>
  <dc:creator>[Student Name]</dc:creator>
  <cp:lastModifiedBy>[Student Name]</cp:lastModifiedBy>
  <cp:revision>1</cp:revision>
  <dcterms:created xsi:type="dcterms:W3CDTF">2026-10-22T08:53:12Z</dcterms:created>
  <dcterms:modified xsi:type="dcterms:W3CDTF">2026-10-22T08:53:12Z</dcterms:modified>
</cp:coreProperties>
</file>